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2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6127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6268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9421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7369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038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899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99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8538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3881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788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2465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450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SpeedHaul</a:t>
            </a:r>
            <a:r>
              <a:rPr dirty="0"/>
              <a:t> Logistics Data Analysis &amp;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t>Presented by: Priscilla Koramah</a:t>
            </a:r>
          </a:p>
          <a:p>
            <a:r>
              <a:t>Date: 27 October 2025</a:t>
            </a:r>
          </a:p>
          <a:p>
            <a:r>
              <a:t>Dataset provided by SpeedHaul Logistics (simulation)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 &amp; KPIs (Actual Data)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Total Deliveries: 100</a:t>
            </a:r>
          </a:p>
          <a:p>
            <a:r>
              <a:t>On-Time Deliveries: 65 (65.0%)</a:t>
            </a:r>
          </a:p>
          <a:p>
            <a:r>
              <a:t>Average Delivery Time (hrs): 3.57</a:t>
            </a:r>
          </a:p>
          <a:p>
            <a:r>
              <a:t>Average Client Satisfaction (1-5): 3.71</a:t>
            </a:r>
          </a:p>
          <a:p>
            <a:r>
              <a:t>Total Fuel Cost (GHS): 35760</a:t>
            </a:r>
          </a:p>
          <a:p>
            <a:r>
              <a:t>Average Packages per Trip: 42.1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On-Time vs Late Deliveries</a:t>
            </a:r>
          </a:p>
        </p:txBody>
      </p:sp>
      <p:pic>
        <p:nvPicPr>
          <p:cNvPr id="3" name="Picture 2" descr="on_time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781" y="1958873"/>
            <a:ext cx="5112774" cy="39584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Average Delivery Time by Truck</a:t>
            </a:r>
          </a:p>
        </p:txBody>
      </p:sp>
      <p:pic>
        <p:nvPicPr>
          <p:cNvPr id="4" name="Picture 3" descr="avg_time_truck.png">
            <a:extLst>
              <a:ext uri="{FF2B5EF4-FFF2-40B4-BE49-F238E27FC236}">
                <a16:creationId xmlns:a16="http://schemas.microsoft.com/office/drawing/2014/main" id="{5798A40E-9E90-B609-5EE7-42DC74010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749" y="2006807"/>
            <a:ext cx="7315200" cy="36113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Fuel Cost vs Route Distance</a:t>
            </a:r>
          </a:p>
        </p:txBody>
      </p:sp>
      <p:pic>
        <p:nvPicPr>
          <p:cNvPr id="3" name="Picture 2" descr="fuel_vs_ro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562" y="1976285"/>
            <a:ext cx="7502167" cy="39386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 Satisfaction vs Delivery Time</a:t>
            </a:r>
          </a:p>
        </p:txBody>
      </p:sp>
      <p:pic>
        <p:nvPicPr>
          <p:cNvPr id="3" name="Picture 2" descr="satisfaction_vs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633" y="2022529"/>
            <a:ext cx="7864263" cy="38660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Fleet Utilization: Trips per Truck</a:t>
            </a:r>
          </a:p>
        </p:txBody>
      </p:sp>
      <p:pic>
        <p:nvPicPr>
          <p:cNvPr id="3" name="Picture 2" descr="trips_per_tru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634" y="2045110"/>
            <a:ext cx="7844598" cy="36859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 dirty="0"/>
          </a:p>
          <a:p>
            <a:r>
              <a:rPr dirty="0"/>
              <a:t>On-time rate is 65.0% </a:t>
            </a:r>
            <a:r>
              <a:rPr lang="en-GB" dirty="0"/>
              <a:t>,</a:t>
            </a:r>
            <a:r>
              <a:rPr dirty="0"/>
              <a:t> target 90%. Focus on busiest routes to improve punctuality.</a:t>
            </a:r>
          </a:p>
          <a:p>
            <a:r>
              <a:rPr dirty="0"/>
              <a:t>Average delivery time is 3.57 </a:t>
            </a:r>
            <a:r>
              <a:rPr dirty="0" err="1"/>
              <a:t>hrs</a:t>
            </a:r>
            <a:r>
              <a:rPr dirty="0"/>
              <a:t>; deliveries </a:t>
            </a:r>
            <a:r>
              <a:rPr lang="en-GB" dirty="0"/>
              <a:t>&gt;</a:t>
            </a:r>
            <a:r>
              <a:rPr dirty="0"/>
              <a:t>4 </a:t>
            </a:r>
            <a:r>
              <a:rPr dirty="0" err="1"/>
              <a:t>hrs</a:t>
            </a:r>
            <a:r>
              <a:rPr dirty="0"/>
              <a:t> correlate with lower satisfaction.</a:t>
            </a:r>
          </a:p>
          <a:p>
            <a:r>
              <a:rPr dirty="0"/>
              <a:t>Fuel cost increases with route distance </a:t>
            </a:r>
            <a:r>
              <a:rPr lang="en-GB" dirty="0"/>
              <a:t>- </a:t>
            </a:r>
            <a:r>
              <a:rPr dirty="0"/>
              <a:t>route optimization can cut costs.</a:t>
            </a:r>
          </a:p>
          <a:p>
            <a:r>
              <a:rPr dirty="0"/>
              <a:t>Some trucks (see Trips per Truck) are over-utilized; rebalance assignments and schedule maintenance.</a:t>
            </a:r>
          </a:p>
          <a:p>
            <a:pPr marL="0" indent="0">
              <a:buNone/>
            </a:pPr>
            <a:r>
              <a:rPr dirty="0"/>
              <a:t>Recommendations: Implement route optimization, real-time tracking, and a Power BI dashboard for operational KPIs.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THANK YOU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r>
              <a:rPr lang="en-GB" dirty="0"/>
              <a:t>Any Questions?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11</TotalTime>
  <Words>185</Words>
  <Application>Microsoft Office PowerPoint</Application>
  <PresentationFormat>On-screen Show (4:3)</PresentationFormat>
  <Paragraphs>27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Gill Sans MT</vt:lpstr>
      <vt:lpstr>Gallery</vt:lpstr>
      <vt:lpstr>SpeedHaul Logistics Data Analysis &amp; Dashboard</vt:lpstr>
      <vt:lpstr>Executive Summary &amp; KPIs (Actual Data)</vt:lpstr>
      <vt:lpstr>On-Time vs Late Deliveries</vt:lpstr>
      <vt:lpstr>Average Delivery Time by Truck</vt:lpstr>
      <vt:lpstr>Fuel Cost vs Route Distance</vt:lpstr>
      <vt:lpstr>Client Satisfaction vs Delivery Time</vt:lpstr>
      <vt:lpstr>Fleet Utilization: Trips per Truck</vt:lpstr>
      <vt:lpstr>Key Insights &amp; Recommendations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Priscilla Koramah</cp:lastModifiedBy>
  <cp:revision>3</cp:revision>
  <dcterms:created xsi:type="dcterms:W3CDTF">2013-01-27T09:14:16Z</dcterms:created>
  <dcterms:modified xsi:type="dcterms:W3CDTF">2025-10-26T21:42:33Z</dcterms:modified>
  <cp:category/>
</cp:coreProperties>
</file>